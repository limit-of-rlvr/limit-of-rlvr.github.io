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8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73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27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842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073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70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02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25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60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60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2A16B-BF96-4F63-9A94-7F32706D9E9D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A6111-DD64-4026-9A10-FBDAC197A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560C11-7072-6CD1-6137-FC538CD40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07" y="775860"/>
            <a:ext cx="10655830" cy="51389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3430DA-68E6-5655-5C32-2B344F3F5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35" y="775860"/>
            <a:ext cx="5172467" cy="513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10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ZHIQI CHEN</dc:creator>
  <cp:lastModifiedBy>ZHIQI CHEN</cp:lastModifiedBy>
  <cp:revision>1</cp:revision>
  <dcterms:created xsi:type="dcterms:W3CDTF">2025-04-17T12:20:41Z</dcterms:created>
  <dcterms:modified xsi:type="dcterms:W3CDTF">2025-04-17T13:06:43Z</dcterms:modified>
</cp:coreProperties>
</file>